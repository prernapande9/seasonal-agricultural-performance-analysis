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7" r:id="rId12"/>
    <p:sldId id="350" r:id="rId13"/>
    <p:sldId id="349" r:id="rId14"/>
    <p:sldId id="348" r:id="rId15"/>
    <p:sldId id="351" r:id="rId16"/>
    <p:sldId id="344"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F058C-AD85-49E0-BA41-80D1FDAFA719}" v="16" dt="2026-09-13T12:31:37.71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2920" autoAdjust="0"/>
    <p:restoredTop sz="95033" autoAdjust="0"/>
  </p:normalViewPr>
  <p:slideViewPr>
    <p:cSldViewPr snapToGrid="0">
      <p:cViewPr varScale="1">
        <p:scale>
          <a:sx n="74" d="100"/>
          <a:sy n="74" d="100"/>
        </p:scale>
        <p:origin x="72" y="2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ika Pande" userId="63ea0e5cac3462ae" providerId="LiveId" clId="{57851E3D-9798-476C-8B7F-F6E54925F7AE}"/>
    <pc:docChg chg="undo custSel addSld delSld modSld sldOrd">
      <pc:chgData name="Vedika Pande" userId="63ea0e5cac3462ae" providerId="LiveId" clId="{57851E3D-9798-476C-8B7F-F6E54925F7AE}" dt="2026-09-08T18:31:34.482" v="981" actId="1076"/>
      <pc:docMkLst>
        <pc:docMk/>
      </pc:docMkLst>
      <pc:sldChg chg="modSp modAnim">
        <pc:chgData name="Vedika Pande" userId="63ea0e5cac3462ae" providerId="LiveId" clId="{57851E3D-9798-476C-8B7F-F6E54925F7AE}" dt="2026-09-08T16:47:30.545" v="170" actId="20577"/>
        <pc:sldMkLst>
          <pc:docMk/>
          <pc:sldMk cId="1341901065" sldId="302"/>
        </pc:sldMkLst>
        <pc:spChg chg="mod">
          <ac:chgData name="Vedika Pande" userId="63ea0e5cac3462ae" providerId="LiveId" clId="{57851E3D-9798-476C-8B7F-F6E54925F7AE}" dt="2026-09-08T16:47:30.545" v="170" actId="20577"/>
          <ac:spMkLst>
            <pc:docMk/>
            <pc:sldMk cId="1341901065" sldId="302"/>
            <ac:spMk id="7" creationId="{B21C28F5-3CA3-4B78-B5C9-550C00BB3174}"/>
          </ac:spMkLst>
        </pc:spChg>
      </pc:sldChg>
      <pc:sldChg chg="delSp modSp mod">
        <pc:chgData name="Vedika Pande" userId="63ea0e5cac3462ae" providerId="LiveId" clId="{57851E3D-9798-476C-8B7F-F6E54925F7AE}" dt="2026-09-08T18:31:34.482" v="981" actId="1076"/>
        <pc:sldMkLst>
          <pc:docMk/>
          <pc:sldMk cId="3401748718" sldId="304"/>
        </pc:sldMkLst>
        <pc:spChg chg="mod">
          <ac:chgData name="Vedika Pande" userId="63ea0e5cac3462ae" providerId="LiveId" clId="{57851E3D-9798-476C-8B7F-F6E54925F7AE}" dt="2026-09-08T18:31:34.482" v="981" actId="1076"/>
          <ac:spMkLst>
            <pc:docMk/>
            <pc:sldMk cId="3401748718" sldId="304"/>
            <ac:spMk id="3" creationId="{D88C20CF-C1EE-4092-B52D-FD4AB2AB2508}"/>
          </ac:spMkLst>
        </pc:spChg>
      </pc:sldChg>
      <pc:sldChg chg="addSp modSp mod">
        <pc:chgData name="Vedika Pande" userId="63ea0e5cac3462ae" providerId="LiveId" clId="{57851E3D-9798-476C-8B7F-F6E54925F7AE}" dt="2026-09-08T18:30:11.967" v="976" actId="20577"/>
        <pc:sldMkLst>
          <pc:docMk/>
          <pc:sldMk cId="3696770303" sldId="315"/>
        </pc:sldMkLst>
        <pc:spChg chg="add mod">
          <ac:chgData name="Vedika Pande" userId="63ea0e5cac3462ae" providerId="LiveId" clId="{57851E3D-9798-476C-8B7F-F6E54925F7AE}" dt="2026-09-08T18:30:11.967" v="976" actId="20577"/>
          <ac:spMkLst>
            <pc:docMk/>
            <pc:sldMk cId="3696770303" sldId="315"/>
            <ac:spMk id="2" creationId="{E7E6F990-55F0-0AC6-66C6-7759FFC1BFB6}"/>
          </ac:spMkLst>
        </pc:spChg>
        <pc:spChg chg="mod">
          <ac:chgData name="Vedika Pande" userId="63ea0e5cac3462ae" providerId="LiveId" clId="{57851E3D-9798-476C-8B7F-F6E54925F7AE}" dt="2026-09-05T16:57:23.142" v="0" actId="20577"/>
          <ac:spMkLst>
            <pc:docMk/>
            <pc:sldMk cId="3696770303" sldId="315"/>
            <ac:spMk id="3" creationId="{EBF2FBC7-3552-4F01-BB27-8BEEE74F7277}"/>
          </ac:spMkLst>
        </pc:spChg>
      </pc:sldChg>
      <pc:sldChg chg="modSp mod">
        <pc:chgData name="Vedika Pande" userId="63ea0e5cac3462ae" providerId="LiveId" clId="{57851E3D-9798-476C-8B7F-F6E54925F7AE}" dt="2026-09-08T18:30:29.904" v="979" actId="1076"/>
        <pc:sldMkLst>
          <pc:docMk/>
          <pc:sldMk cId="3098548442" sldId="327"/>
        </pc:sldMkLst>
        <pc:spChg chg="mod">
          <ac:chgData name="Vedika Pande" userId="63ea0e5cac3462ae" providerId="LiveId" clId="{57851E3D-9798-476C-8B7F-F6E54925F7AE}" dt="2026-09-08T18:30:29.904" v="979" actId="1076"/>
          <ac:spMkLst>
            <pc:docMk/>
            <pc:sldMk cId="3098548442" sldId="327"/>
            <ac:spMk id="2" creationId="{E46E4DD1-270B-4C80-AFF0-EB26F132AF36}"/>
          </ac:spMkLst>
        </pc:spChg>
      </pc:sldChg>
      <pc:sldChg chg="modSp mod modAnim">
        <pc:chgData name="Vedika Pande" userId="63ea0e5cac3462ae" providerId="LiveId" clId="{57851E3D-9798-476C-8B7F-F6E54925F7AE}" dt="2026-09-08T18:29:53.712" v="972" actId="123"/>
        <pc:sldMkLst>
          <pc:docMk/>
          <pc:sldMk cId="48075006" sldId="329"/>
        </pc:sldMkLst>
        <pc:spChg chg="mod">
          <ac:chgData name="Vedika Pande" userId="63ea0e5cac3462ae" providerId="LiveId" clId="{57851E3D-9798-476C-8B7F-F6E54925F7AE}" dt="2026-09-08T18:29:53.712" v="972" actId="123"/>
          <ac:spMkLst>
            <pc:docMk/>
            <pc:sldMk cId="48075006" sldId="329"/>
            <ac:spMk id="2" creationId="{664E3B60-2780-459A-8583-F095D5E7463A}"/>
          </ac:spMkLst>
        </pc:spChg>
      </pc:sldChg>
      <pc:sldChg chg="addSp delSp modSp mod">
        <pc:chgData name="Vedika Pande" userId="63ea0e5cac3462ae" providerId="LiveId" clId="{57851E3D-9798-476C-8B7F-F6E54925F7AE}" dt="2026-09-08T16:46:10.910" v="139" actId="14100"/>
        <pc:sldMkLst>
          <pc:docMk/>
          <pc:sldMk cId="1604013440" sldId="338"/>
        </pc:sldMkLst>
        <pc:spChg chg="mod">
          <ac:chgData name="Vedika Pande" userId="63ea0e5cac3462ae" providerId="LiveId" clId="{57851E3D-9798-476C-8B7F-F6E54925F7AE}" dt="2026-09-08T16:45:32.243" v="134" actId="1076"/>
          <ac:spMkLst>
            <pc:docMk/>
            <pc:sldMk cId="1604013440" sldId="338"/>
            <ac:spMk id="2" creationId="{7201737A-B873-4D1D-8A41-5ABF5184BC8F}"/>
          </ac:spMkLst>
        </pc:spChg>
        <pc:spChg chg="mod">
          <ac:chgData name="Vedika Pande" userId="63ea0e5cac3462ae" providerId="LiveId" clId="{57851E3D-9798-476C-8B7F-F6E54925F7AE}" dt="2026-09-08T16:46:10.910" v="139" actId="14100"/>
          <ac:spMkLst>
            <pc:docMk/>
            <pc:sldMk cId="1604013440" sldId="338"/>
            <ac:spMk id="3" creationId="{17F04107-8754-E47D-3375-529E689711FA}"/>
          </ac:spMkLst>
        </pc:spChg>
        <pc:spChg chg="mod">
          <ac:chgData name="Vedika Pande" userId="63ea0e5cac3462ae" providerId="LiveId" clId="{57851E3D-9798-476C-8B7F-F6E54925F7AE}" dt="2026-09-08T16:44:28.708" v="45" actId="14100"/>
          <ac:spMkLst>
            <pc:docMk/>
            <pc:sldMk cId="1604013440" sldId="338"/>
            <ac:spMk id="4" creationId="{92056599-CDAA-4367-BEF8-31D6E32518C8}"/>
          </ac:spMkLst>
        </pc:spChg>
      </pc:sldChg>
      <pc:sldChg chg="addSp modSp mod">
        <pc:chgData name="Vedika Pande" userId="63ea0e5cac3462ae" providerId="LiveId" clId="{57851E3D-9798-476C-8B7F-F6E54925F7AE}" dt="2026-09-08T17:23:11.935" v="551" actId="114"/>
        <pc:sldMkLst>
          <pc:docMk/>
          <pc:sldMk cId="1086225493" sldId="339"/>
        </pc:sldMkLst>
        <pc:spChg chg="add mod">
          <ac:chgData name="Vedika Pande" userId="63ea0e5cac3462ae" providerId="LiveId" clId="{57851E3D-9798-476C-8B7F-F6E54925F7AE}" dt="2026-09-08T17:23:11.935" v="551" actId="114"/>
          <ac:spMkLst>
            <pc:docMk/>
            <pc:sldMk cId="1086225493" sldId="339"/>
            <ac:spMk id="6" creationId="{C7E27468-E1BD-42D0-8EC9-9B291FA093CC}"/>
          </ac:spMkLst>
        </pc:spChg>
        <pc:picChg chg="add mod">
          <ac:chgData name="Vedika Pande" userId="63ea0e5cac3462ae" providerId="LiveId" clId="{57851E3D-9798-476C-8B7F-F6E54925F7AE}" dt="2026-09-08T16:56:20.407" v="217" actId="1076"/>
          <ac:picMkLst>
            <pc:docMk/>
            <pc:sldMk cId="1086225493" sldId="339"/>
            <ac:picMk id="3" creationId="{773C2FF7-39F7-0B11-9F29-CA9DAD670B70}"/>
          </ac:picMkLst>
        </pc:picChg>
      </pc:sldChg>
      <pc:sldChg chg="addSp delSp modSp mod delAnim">
        <pc:chgData name="Vedika Pande" userId="63ea0e5cac3462ae" providerId="LiveId" clId="{57851E3D-9798-476C-8B7F-F6E54925F7AE}" dt="2026-09-08T18:26:00.654" v="927" actId="1076"/>
        <pc:sldMkLst>
          <pc:docMk/>
          <pc:sldMk cId="3849627828" sldId="340"/>
        </pc:sldMkLst>
        <pc:spChg chg="mod">
          <ac:chgData name="Vedika Pande" userId="63ea0e5cac3462ae" providerId="LiveId" clId="{57851E3D-9798-476C-8B7F-F6E54925F7AE}" dt="2026-09-08T18:26:00.654" v="927" actId="1076"/>
          <ac:spMkLst>
            <pc:docMk/>
            <pc:sldMk cId="3849627828" sldId="340"/>
            <ac:spMk id="4" creationId="{6D5AF756-BADB-9E87-14AC-F87A8C7463BF}"/>
          </ac:spMkLst>
        </pc:spChg>
        <pc:spChg chg="add mod">
          <ac:chgData name="Vedika Pande" userId="63ea0e5cac3462ae" providerId="LiveId" clId="{57851E3D-9798-476C-8B7F-F6E54925F7AE}" dt="2026-09-08T18:25:59.163" v="926" actId="113"/>
          <ac:spMkLst>
            <pc:docMk/>
            <pc:sldMk cId="3849627828" sldId="340"/>
            <ac:spMk id="11" creationId="{8CFFC2B4-30BA-49D2-AE48-2718C8587155}"/>
          </ac:spMkLst>
        </pc:spChg>
        <pc:picChg chg="add mod">
          <ac:chgData name="Vedika Pande" userId="63ea0e5cac3462ae" providerId="LiveId" clId="{57851E3D-9798-476C-8B7F-F6E54925F7AE}" dt="2026-09-08T17:11:13.952" v="369" actId="14100"/>
          <ac:picMkLst>
            <pc:docMk/>
            <pc:sldMk cId="3849627828" sldId="340"/>
            <ac:picMk id="3" creationId="{BEBFABB7-896C-71AE-672D-6C8E395D8E28}"/>
          </ac:picMkLst>
        </pc:picChg>
      </pc:sldChg>
      <pc:sldChg chg="addSp modSp mod">
        <pc:chgData name="Vedika Pande" userId="63ea0e5cac3462ae" providerId="LiveId" clId="{57851E3D-9798-476C-8B7F-F6E54925F7AE}" dt="2026-09-08T18:28:11.759" v="961" actId="123"/>
        <pc:sldMkLst>
          <pc:docMk/>
          <pc:sldMk cId="776828144" sldId="341"/>
        </pc:sldMkLst>
        <pc:spChg chg="add mod">
          <ac:chgData name="Vedika Pande" userId="63ea0e5cac3462ae" providerId="LiveId" clId="{57851E3D-9798-476C-8B7F-F6E54925F7AE}" dt="2026-09-08T18:28:11.759" v="961" actId="123"/>
          <ac:spMkLst>
            <pc:docMk/>
            <pc:sldMk cId="776828144" sldId="341"/>
            <ac:spMk id="3" creationId="{F3507B84-F141-1769-BE55-4F31C2786CB5}"/>
          </ac:spMkLst>
        </pc:spChg>
      </pc:sldChg>
      <pc:sldChg chg="addSp delSp modSp mod">
        <pc:chgData name="Vedika Pande" userId="63ea0e5cac3462ae" providerId="LiveId" clId="{57851E3D-9798-476C-8B7F-F6E54925F7AE}" dt="2026-09-08T18:14:18.064" v="871" actId="1076"/>
        <pc:sldMkLst>
          <pc:docMk/>
          <pc:sldMk cId="3863610428" sldId="342"/>
        </pc:sldMkLst>
      </pc:sldChg>
      <pc:sldChg chg="addSp modSp mod">
        <pc:chgData name="Vedika Pande" userId="63ea0e5cac3462ae" providerId="LiveId" clId="{57851E3D-9798-476C-8B7F-F6E54925F7AE}" dt="2026-09-05T17:21:27.270" v="11" actId="1076"/>
        <pc:sldMkLst>
          <pc:docMk/>
          <pc:sldMk cId="3962802212" sldId="343"/>
        </pc:sldMkLst>
      </pc:sldChg>
      <pc:sldChg chg="addSp delSp modSp mod delAnim modAnim">
        <pc:chgData name="Vedika Pande" userId="63ea0e5cac3462ae" providerId="LiveId" clId="{57851E3D-9798-476C-8B7F-F6E54925F7AE}" dt="2026-09-08T18:28:19.173" v="962" actId="123"/>
        <pc:sldMkLst>
          <pc:docMk/>
          <pc:sldMk cId="1698901770" sldId="344"/>
        </pc:sldMkLst>
        <pc:spChg chg="add mod">
          <ac:chgData name="Vedika Pande" userId="63ea0e5cac3462ae" providerId="LiveId" clId="{57851E3D-9798-476C-8B7F-F6E54925F7AE}" dt="2026-09-08T18:28:19.173" v="962" actId="123"/>
          <ac:spMkLst>
            <pc:docMk/>
            <pc:sldMk cId="1698901770" sldId="344"/>
            <ac:spMk id="11" creationId="{28B041EF-8A1F-04A9-F607-965DBCEE1022}"/>
          </ac:spMkLst>
        </pc:spChg>
        <pc:picChg chg="add mod">
          <ac:chgData name="Vedika Pande" userId="63ea0e5cac3462ae" providerId="LiveId" clId="{57851E3D-9798-476C-8B7F-F6E54925F7AE}" dt="2026-09-08T17:21:32.088" v="535" actId="1076"/>
          <ac:picMkLst>
            <pc:docMk/>
            <pc:sldMk cId="1698901770" sldId="344"/>
            <ac:picMk id="3" creationId="{6E69B4DE-AA9F-0415-EF8E-6295EFB3993A}"/>
          </ac:picMkLst>
        </pc:picChg>
      </pc:sldChg>
      <pc:sldChg chg="addSp delSp modSp add mod delAnim">
        <pc:chgData name="Vedika Pande" userId="63ea0e5cac3462ae" providerId="LiveId" clId="{57851E3D-9798-476C-8B7F-F6E54925F7AE}" dt="2026-09-08T18:29:18.060" v="970" actId="11529"/>
        <pc:sldMkLst>
          <pc:docMk/>
          <pc:sldMk cId="2737809264" sldId="347"/>
        </pc:sldMkLst>
        <pc:spChg chg="mod">
          <ac:chgData name="Vedika Pande" userId="63ea0e5cac3462ae" providerId="LiveId" clId="{57851E3D-9798-476C-8B7F-F6E54925F7AE}" dt="2026-09-08T18:27:06.142" v="941" actId="20577"/>
          <ac:spMkLst>
            <pc:docMk/>
            <pc:sldMk cId="2737809264" sldId="347"/>
            <ac:spMk id="4" creationId="{4F5AD3B5-3CFE-58ED-7021-6E1B7AC89C79}"/>
          </ac:spMkLst>
        </pc:spChg>
        <pc:spChg chg="add mod">
          <ac:chgData name="Vedika Pande" userId="63ea0e5cac3462ae" providerId="LiveId" clId="{57851E3D-9798-476C-8B7F-F6E54925F7AE}" dt="2026-09-08T17:50:54.894" v="816" actId="20577"/>
          <ac:spMkLst>
            <pc:docMk/>
            <pc:sldMk cId="2737809264" sldId="347"/>
            <ac:spMk id="9" creationId="{E8116412-1FDD-37EB-70B8-3775C64E366E}"/>
          </ac:spMkLst>
        </pc:spChg>
        <pc:spChg chg="add mod">
          <ac:chgData name="Vedika Pande" userId="63ea0e5cac3462ae" providerId="LiveId" clId="{57851E3D-9798-476C-8B7F-F6E54925F7AE}" dt="2026-09-08T18:26:44.907" v="937" actId="14100"/>
          <ac:spMkLst>
            <pc:docMk/>
            <pc:sldMk cId="2737809264" sldId="347"/>
            <ac:spMk id="19" creationId="{4DB61C56-F9CF-2448-4F31-FA2418E0A6A5}"/>
          </ac:spMkLst>
        </pc:spChg>
        <pc:picChg chg="add mod modCrop">
          <ac:chgData name="Vedika Pande" userId="63ea0e5cac3462ae" providerId="LiveId" clId="{57851E3D-9798-476C-8B7F-F6E54925F7AE}" dt="2026-09-08T18:29:09.816" v="969" actId="1076"/>
          <ac:picMkLst>
            <pc:docMk/>
            <pc:sldMk cId="2737809264" sldId="347"/>
            <ac:picMk id="3" creationId="{19C8CF5B-D9C3-76C3-F39D-7210A5789348}"/>
          </ac:picMkLst>
        </pc:picChg>
        <pc:picChg chg="add mod">
          <ac:chgData name="Vedika Pande" userId="63ea0e5cac3462ae" providerId="LiveId" clId="{57851E3D-9798-476C-8B7F-F6E54925F7AE}" dt="2026-09-08T18:26:51.195" v="940" actId="1076"/>
          <ac:picMkLst>
            <pc:docMk/>
            <pc:sldMk cId="2737809264" sldId="347"/>
            <ac:picMk id="15" creationId="{9073ADFA-EC5B-334E-DCFA-0A5BE3A21028}"/>
          </ac:picMkLst>
        </pc:picChg>
        <pc:cxnChg chg="add">
          <ac:chgData name="Vedika Pande" userId="63ea0e5cac3462ae" providerId="LiveId" clId="{57851E3D-9798-476C-8B7F-F6E54925F7AE}" dt="2026-09-08T18:29:18.060" v="970" actId="11529"/>
          <ac:cxnSpMkLst>
            <pc:docMk/>
            <pc:sldMk cId="2737809264" sldId="347"/>
            <ac:cxnSpMk id="6" creationId="{11749968-3D75-3B49-0AF5-3CB59F09CB76}"/>
          </ac:cxnSpMkLst>
        </pc:cxnChg>
      </pc:sldChg>
      <pc:sldChg chg="addSp delSp modSp add mod delAnim">
        <pc:chgData name="Vedika Pande" userId="63ea0e5cac3462ae" providerId="LiveId" clId="{57851E3D-9798-476C-8B7F-F6E54925F7AE}" dt="2026-09-08T17:38:37.682" v="767" actId="20577"/>
        <pc:sldMkLst>
          <pc:docMk/>
          <pc:sldMk cId="3601588453" sldId="348"/>
        </pc:sldMkLst>
        <pc:spChg chg="add mod">
          <ac:chgData name="Vedika Pande" userId="63ea0e5cac3462ae" providerId="LiveId" clId="{57851E3D-9798-476C-8B7F-F6E54925F7AE}" dt="2026-09-08T17:38:37.682" v="767" actId="20577"/>
          <ac:spMkLst>
            <pc:docMk/>
            <pc:sldMk cId="3601588453" sldId="348"/>
            <ac:spMk id="12" creationId="{52E2D4C0-39C0-B601-DD02-77F55AD24137}"/>
          </ac:spMkLst>
        </pc:spChg>
        <pc:picChg chg="add mod">
          <ac:chgData name="Vedika Pande" userId="63ea0e5cac3462ae" providerId="LiveId" clId="{57851E3D-9798-476C-8B7F-F6E54925F7AE}" dt="2026-09-08T17:15:34.179" v="443" actId="1076"/>
          <ac:picMkLst>
            <pc:docMk/>
            <pc:sldMk cId="3601588453" sldId="348"/>
            <ac:picMk id="11" creationId="{F33644F3-F1E8-A712-4427-99EB082947CC}"/>
          </ac:picMkLst>
        </pc:picChg>
      </pc:sldChg>
      <pc:sldChg chg="addSp delSp modSp add mod ord delAnim">
        <pc:chgData name="Vedika Pande" userId="63ea0e5cac3462ae" providerId="LiveId" clId="{57851E3D-9798-476C-8B7F-F6E54925F7AE}" dt="2026-09-08T18:28:53.980" v="968" actId="20577"/>
        <pc:sldMkLst>
          <pc:docMk/>
          <pc:sldMk cId="1114200851" sldId="349"/>
        </pc:sldMkLst>
        <pc:spChg chg="mod">
          <ac:chgData name="Vedika Pande" userId="63ea0e5cac3462ae" providerId="LiveId" clId="{57851E3D-9798-476C-8B7F-F6E54925F7AE}" dt="2026-09-08T18:27:27.774" v="955" actId="403"/>
          <ac:spMkLst>
            <pc:docMk/>
            <pc:sldMk cId="1114200851" sldId="349"/>
            <ac:spMk id="4" creationId="{8BA9B7DD-26A5-6D5F-8B13-9CB554955B5D}"/>
          </ac:spMkLst>
        </pc:spChg>
        <pc:spChg chg="add mod">
          <ac:chgData name="Vedika Pande" userId="63ea0e5cac3462ae" providerId="LiveId" clId="{57851E3D-9798-476C-8B7F-F6E54925F7AE}" dt="2026-09-08T18:28:53.980" v="968" actId="20577"/>
          <ac:spMkLst>
            <pc:docMk/>
            <pc:sldMk cId="1114200851" sldId="349"/>
            <ac:spMk id="12" creationId="{01AC578F-70B9-62DA-88AF-EE3BCA57F148}"/>
          </ac:spMkLst>
        </pc:spChg>
        <pc:picChg chg="add mod">
          <ac:chgData name="Vedika Pande" userId="63ea0e5cac3462ae" providerId="LiveId" clId="{57851E3D-9798-476C-8B7F-F6E54925F7AE}" dt="2026-09-08T17:29:24.707" v="682" actId="1038"/>
          <ac:picMkLst>
            <pc:docMk/>
            <pc:sldMk cId="1114200851" sldId="349"/>
            <ac:picMk id="3" creationId="{14C4E766-A996-7935-0577-DB18B0C87818}"/>
          </ac:picMkLst>
        </pc:picChg>
      </pc:sldChg>
      <pc:sldChg chg="addSp delSp modSp add mod ord delAnim">
        <pc:chgData name="Vedika Pande" userId="63ea0e5cac3462ae" providerId="LiveId" clId="{57851E3D-9798-476C-8B7F-F6E54925F7AE}" dt="2026-09-08T18:29:30.706" v="971" actId="11529"/>
        <pc:sldMkLst>
          <pc:docMk/>
          <pc:sldMk cId="3442751111" sldId="350"/>
        </pc:sldMkLst>
        <pc:spChg chg="mod">
          <ac:chgData name="Vedika Pande" userId="63ea0e5cac3462ae" providerId="LiveId" clId="{57851E3D-9798-476C-8B7F-F6E54925F7AE}" dt="2026-09-08T18:27:16.551" v="945" actId="404"/>
          <ac:spMkLst>
            <pc:docMk/>
            <pc:sldMk cId="3442751111" sldId="350"/>
            <ac:spMk id="4" creationId="{163956C2-FB70-F741-063C-0C95992C036F}"/>
          </ac:spMkLst>
        </pc:spChg>
        <pc:spChg chg="add mod">
          <ac:chgData name="Vedika Pande" userId="63ea0e5cac3462ae" providerId="LiveId" clId="{57851E3D-9798-476C-8B7F-F6E54925F7AE}" dt="2026-09-08T17:42:23.636" v="803" actId="20577"/>
          <ac:spMkLst>
            <pc:docMk/>
            <pc:sldMk cId="3442751111" sldId="350"/>
            <ac:spMk id="15" creationId="{5A03E6D9-C251-BF1E-1AE6-4BDEAAC721E0}"/>
          </ac:spMkLst>
        </pc:spChg>
        <pc:spChg chg="add mod">
          <ac:chgData name="Vedika Pande" userId="63ea0e5cac3462ae" providerId="LiveId" clId="{57851E3D-9798-476C-8B7F-F6E54925F7AE}" dt="2026-09-08T17:39:51.877" v="786" actId="20577"/>
          <ac:spMkLst>
            <pc:docMk/>
            <pc:sldMk cId="3442751111" sldId="350"/>
            <ac:spMk id="20" creationId="{77762FCF-753C-479D-045D-55C08DCEF79B}"/>
          </ac:spMkLst>
        </pc:spChg>
        <pc:picChg chg="add mod modCrop">
          <ac:chgData name="Vedika Pande" userId="63ea0e5cac3462ae" providerId="LiveId" clId="{57851E3D-9798-476C-8B7F-F6E54925F7AE}" dt="2026-09-08T17:12:10.759" v="384" actId="14100"/>
          <ac:picMkLst>
            <pc:docMk/>
            <pc:sldMk cId="3442751111" sldId="350"/>
            <ac:picMk id="9" creationId="{45DA6A8D-B338-2294-B5A4-536438150578}"/>
          </ac:picMkLst>
        </pc:picChg>
        <pc:picChg chg="add mod">
          <ac:chgData name="Vedika Pande" userId="63ea0e5cac3462ae" providerId="LiveId" clId="{57851E3D-9798-476C-8B7F-F6E54925F7AE}" dt="2026-09-08T17:12:19.981" v="389" actId="1076"/>
          <ac:picMkLst>
            <pc:docMk/>
            <pc:sldMk cId="3442751111" sldId="350"/>
            <ac:picMk id="14" creationId="{EB6B4A62-976C-2DCE-8FFC-464DCF189587}"/>
          </ac:picMkLst>
        </pc:picChg>
        <pc:cxnChg chg="add">
          <ac:chgData name="Vedika Pande" userId="63ea0e5cac3462ae" providerId="LiveId" clId="{57851E3D-9798-476C-8B7F-F6E54925F7AE}" dt="2026-09-08T18:29:30.706" v="971" actId="11529"/>
          <ac:cxnSpMkLst>
            <pc:docMk/>
            <pc:sldMk cId="3442751111" sldId="350"/>
            <ac:cxnSpMk id="3" creationId="{ED9F3A28-9A2B-562A-629D-D29BDE6D2B1F}"/>
          </ac:cxnSpMkLst>
        </pc:cxnChg>
      </pc:sldChg>
      <pc:sldChg chg="addSp delSp modSp add mod delAnim">
        <pc:chgData name="Vedika Pande" userId="63ea0e5cac3462ae" providerId="LiveId" clId="{57851E3D-9798-476C-8B7F-F6E54925F7AE}" dt="2026-09-08T18:28:27.690" v="964" actId="120"/>
        <pc:sldMkLst>
          <pc:docMk/>
          <pc:sldMk cId="2669057014" sldId="351"/>
        </pc:sldMkLst>
        <pc:spChg chg="mod">
          <ac:chgData name="Vedika Pande" userId="63ea0e5cac3462ae" providerId="LiveId" clId="{57851E3D-9798-476C-8B7F-F6E54925F7AE}" dt="2026-09-08T17:17:26.098" v="503" actId="20577"/>
          <ac:spMkLst>
            <pc:docMk/>
            <pc:sldMk cId="2669057014" sldId="351"/>
            <ac:spMk id="4" creationId="{6B09BB76-B5D1-FC6B-4905-96FEFBD03515}"/>
          </ac:spMkLst>
        </pc:spChg>
        <pc:spChg chg="add mod">
          <ac:chgData name="Vedika Pande" userId="63ea0e5cac3462ae" providerId="LiveId" clId="{57851E3D-9798-476C-8B7F-F6E54925F7AE}" dt="2026-09-08T18:28:27.690" v="964" actId="120"/>
          <ac:spMkLst>
            <pc:docMk/>
            <pc:sldMk cId="2669057014" sldId="351"/>
            <ac:spMk id="17" creationId="{846EDFCA-FFA7-3D90-AD04-DE3F7DF6EAD5}"/>
          </ac:spMkLst>
        </pc:spChg>
        <pc:picChg chg="add mod">
          <ac:chgData name="Vedika Pande" userId="63ea0e5cac3462ae" providerId="LiveId" clId="{57851E3D-9798-476C-8B7F-F6E54925F7AE}" dt="2026-09-08T17:31:24.595" v="722" actId="1076"/>
          <ac:picMkLst>
            <pc:docMk/>
            <pc:sldMk cId="2669057014" sldId="351"/>
            <ac:picMk id="12" creationId="{9A68BD50-91C4-DA5D-8EC9-A39A7FEA5960}"/>
          </ac:picMkLst>
        </pc:picChg>
      </pc:sldChg>
    </pc:docChg>
  </pc:docChgLst>
  <pc:docChgLst>
    <pc:chgData name="Prerna Pande" userId="8320cdc503486c70" providerId="LiveId" clId="{44F1A4AE-158C-4260-8499-A1CD2B0AFF69}"/>
    <pc:docChg chg="custSel modSld">
      <pc:chgData name="Prerna Pande" userId="8320cdc503486c70" providerId="LiveId" clId="{44F1A4AE-158C-4260-8499-A1CD2B0AFF69}" dt="2026-09-13T12:53:26.301" v="22"/>
      <pc:docMkLst>
        <pc:docMk/>
      </pc:docMkLst>
      <pc:sldChg chg="modSp mod">
        <pc:chgData name="Prerna Pande" userId="8320cdc503486c70" providerId="LiveId" clId="{44F1A4AE-158C-4260-8499-A1CD2B0AFF69}" dt="2026-09-13T12:31:37.714" v="19"/>
        <pc:sldMkLst>
          <pc:docMk/>
          <pc:sldMk cId="1604013440" sldId="338"/>
        </pc:sldMkLst>
        <pc:spChg chg="mod">
          <ac:chgData name="Prerna Pande" userId="8320cdc503486c70" providerId="LiveId" clId="{44F1A4AE-158C-4260-8499-A1CD2B0AFF69}" dt="2026-09-13T12:31:15.264" v="17" actId="20577"/>
          <ac:spMkLst>
            <pc:docMk/>
            <pc:sldMk cId="1604013440" sldId="338"/>
            <ac:spMk id="2" creationId="{7201737A-B873-4D1D-8A41-5ABF5184BC8F}"/>
          </ac:spMkLst>
        </pc:spChg>
        <pc:spChg chg="mod">
          <ac:chgData name="Prerna Pande" userId="8320cdc503486c70" providerId="LiveId" clId="{44F1A4AE-158C-4260-8499-A1CD2B0AFF69}" dt="2026-09-13T12:31:37.714" v="19"/>
          <ac:spMkLst>
            <pc:docMk/>
            <pc:sldMk cId="1604013440" sldId="338"/>
            <ac:spMk id="3" creationId="{17F04107-8754-E47D-3375-529E689711FA}"/>
          </ac:spMkLst>
        </pc:spChg>
      </pc:sldChg>
      <pc:sldChg chg="delSp modSp mod">
        <pc:chgData name="Prerna Pande" userId="8320cdc503486c70" providerId="LiveId" clId="{44F1A4AE-158C-4260-8499-A1CD2B0AFF69}" dt="2026-09-13T12:53:26.301" v="22"/>
        <pc:sldMkLst>
          <pc:docMk/>
          <pc:sldMk cId="3863610428" sldId="342"/>
        </pc:sldMkLst>
        <pc:spChg chg="del mod">
          <ac:chgData name="Prerna Pande" userId="8320cdc503486c70" providerId="LiveId" clId="{44F1A4AE-158C-4260-8499-A1CD2B0AFF69}" dt="2026-09-13T12:53:26.301" v="22"/>
          <ac:spMkLst>
            <pc:docMk/>
            <pc:sldMk cId="3863610428" sldId="342"/>
            <ac:spMk id="6" creationId="{71BB4134-34AD-896C-C6F6-2169D4223569}"/>
          </ac:spMkLst>
        </pc:spChg>
      </pc:sldChg>
      <pc:sldChg chg="addSp delSp modSp mod">
        <pc:chgData name="Prerna Pande" userId="8320cdc503486c70" providerId="LiveId" clId="{44F1A4AE-158C-4260-8499-A1CD2B0AFF69}" dt="2026-09-13T12:30:43.329" v="2" actId="14100"/>
        <pc:sldMkLst>
          <pc:docMk/>
          <pc:sldMk cId="3962802212" sldId="343"/>
        </pc:sldMkLst>
        <pc:picChg chg="del">
          <ac:chgData name="Prerna Pande" userId="8320cdc503486c70" providerId="LiveId" clId="{44F1A4AE-158C-4260-8499-A1CD2B0AFF69}" dt="2026-09-13T12:30:39.071" v="1" actId="478"/>
          <ac:picMkLst>
            <pc:docMk/>
            <pc:sldMk cId="3962802212" sldId="343"/>
            <ac:picMk id="3" creationId="{53EDD3CD-9FCD-3E53-4015-3DB17A004560}"/>
          </ac:picMkLst>
        </pc:picChg>
        <pc:picChg chg="add mod">
          <ac:chgData name="Prerna Pande" userId="8320cdc503486c70" providerId="LiveId" clId="{44F1A4AE-158C-4260-8499-A1CD2B0AFF69}" dt="2026-09-13T12:30:43.329" v="2" actId="14100"/>
          <ac:picMkLst>
            <pc:docMk/>
            <pc:sldMk cId="3962802212" sldId="343"/>
            <ac:picMk id="6" creationId="{4DA41DD0-A092-62ED-CFB2-64B4C2EEBE7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95994" y="3651585"/>
            <a:ext cx="5195207" cy="861497"/>
          </a:xfrm>
        </p:spPr>
        <p:txBody>
          <a:bodyPr vert="horz" lIns="91440" tIns="45720" rIns="91440" bIns="45720" rtlCol="0" anchor="t">
            <a:normAutofit/>
          </a:bodyPr>
          <a:lstStyle/>
          <a:p>
            <a:r>
              <a:rPr lang="en-US" b="0" dirty="0">
                <a:solidFill>
                  <a:schemeClr val="tx1"/>
                </a:solidFill>
              </a:rPr>
              <a:t>Student Name- Prerna Bharat Pande </a:t>
            </a:r>
            <a:endParaRPr lang="en-IN" b="0" dirty="0">
              <a:solidFill>
                <a:schemeClr val="tx1"/>
              </a:solidFill>
            </a:endParaRPr>
          </a:p>
          <a:p>
            <a:r>
              <a:rPr lang="en-US" b="0" dirty="0">
                <a:solidFill>
                  <a:schemeClr val="tx1"/>
                </a:solidFill>
              </a:rPr>
              <a:t>College Name-Bajaj Institute of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637211"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95994" y="4576469"/>
            <a:ext cx="3928919" cy="646331"/>
          </a:xfrm>
          <a:prstGeom prst="rect">
            <a:avLst/>
          </a:prstGeom>
          <a:noFill/>
        </p:spPr>
        <p:txBody>
          <a:bodyPr wrap="square" rtlCol="0">
            <a:spAutoFit/>
          </a:bodyPr>
          <a:lstStyle/>
          <a:p>
            <a:r>
              <a:rPr lang="en-US" b="1" dirty="0"/>
              <a:t>AICTE STU ID : </a:t>
            </a:r>
            <a:r>
              <a:rPr lang="en-IN" b="1" dirty="0"/>
              <a:t>STU6887b31e883141753723678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218456"/>
            <a:ext cx="6713442" cy="3607987"/>
          </a:xfrm>
        </p:spPr>
        <p:txBody>
          <a:bodyPr vert="horz" lIns="91440" tIns="45720" rIns="91440" bIns="45720" rtlCol="0" anchor="t">
            <a:normAutofit fontScale="700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7E6F990-55F0-0AC6-66C6-7759FFC1BFB6}"/>
              </a:ext>
            </a:extLst>
          </p:cNvPr>
          <p:cNvSpPr txBox="1"/>
          <p:nvPr/>
        </p:nvSpPr>
        <p:spPr>
          <a:xfrm>
            <a:off x="609600" y="1965158"/>
            <a:ext cx="7539789" cy="3170099"/>
          </a:xfrm>
          <a:prstGeom prst="rect">
            <a:avLst/>
          </a:prstGeom>
          <a:noFill/>
        </p:spPr>
        <p:txBody>
          <a:bodyPr wrap="square" rtlCol="0">
            <a:spAutoFit/>
          </a:bodyPr>
          <a:lstStyle/>
          <a:p>
            <a:pPr algn="just"/>
            <a:r>
              <a:rPr lang="en-IN" sz="2000" dirty="0"/>
              <a:t>This project </a:t>
            </a:r>
            <a:r>
              <a:rPr lang="en-IN" sz="2000" dirty="0" err="1"/>
              <a:t>analyzes</a:t>
            </a:r>
            <a:r>
              <a:rPr lang="en-IN" sz="2000" dirty="0"/>
              <a:t> 4,000 farm records spanning three agricultural seasons — Kharif, Rabi and Zaid — across 8 Indian states and 8 major crops. The dataset captures environmental conditions (rainfall, temperature, soil health), farming inputs (fertilizer, irrigation, pesticide), and economic outcomes (yield, cost, revenue, profit). Using Python (Pandas, Seaborn) in Google </a:t>
            </a:r>
            <a:r>
              <a:rPr lang="en-IN" sz="2000" dirty="0" err="1"/>
              <a:t>Colab</a:t>
            </a:r>
            <a:r>
              <a:rPr lang="en-IN" sz="2000" dirty="0"/>
              <a:t>, the data was cleaned, explored and statistically tested to uncover how season affects agricultural performance — and whether the differences observed are meaningful or just random variation.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lgn="just"/>
            <a:r>
              <a:rPr lang="en-IN" sz="2400" dirty="0"/>
              <a:t>Farmers planning which season/crop combination is most profitable</a:t>
            </a:r>
          </a:p>
          <a:p>
            <a:pPr lvl="0" algn="just"/>
            <a:r>
              <a:rPr lang="en-IN" sz="2400" dirty="0"/>
              <a:t>Agricultural policy makers and government agencies (subsidy &amp; planning decisions)</a:t>
            </a:r>
          </a:p>
          <a:p>
            <a:pPr lvl="0" algn="just"/>
            <a:r>
              <a:rPr lang="en-IN" sz="2400" dirty="0"/>
              <a:t>Agri-fintech and insurance companies (seasonal risk assessment)</a:t>
            </a:r>
          </a:p>
          <a:p>
            <a:pPr lvl="0" algn="just"/>
            <a:r>
              <a:rPr lang="en-IN" sz="2400" dirty="0"/>
              <a:t>Agricultural research institutions and NGOs</a:t>
            </a:r>
          </a:p>
          <a:p>
            <a:pPr lvl="0" algn="just"/>
            <a:r>
              <a:rPr lang="en-IN" sz="2400" dirty="0"/>
              <a:t>Irrigation and resource-management planners</a:t>
            </a:r>
          </a:p>
          <a:p>
            <a:pPr algn="just">
              <a:lnSpc>
                <a:spcPct val="150000"/>
              </a:lnSpc>
            </a:pPr>
            <a:endParaRPr lang="en-IN" sz="2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dirty="0"/>
              <a:t>Python 3, Google </a:t>
            </a:r>
            <a:r>
              <a:rPr lang="en-IN" dirty="0" err="1"/>
              <a:t>Colab</a:t>
            </a:r>
            <a:r>
              <a:rPr lang="en-IN" dirty="0"/>
              <a:t> </a:t>
            </a:r>
          </a:p>
          <a:p>
            <a:pPr lvl="0"/>
            <a:r>
              <a:rPr lang="en-IN" dirty="0"/>
              <a:t>Pandas, NumPy — data handling &amp; cleaning</a:t>
            </a:r>
          </a:p>
          <a:p>
            <a:pPr lvl="0"/>
            <a:r>
              <a:rPr lang="en-IN" dirty="0"/>
              <a:t>Matplotlib, Seaborn — visualization and charts</a:t>
            </a:r>
          </a:p>
          <a:p>
            <a:pPr lvl="0"/>
            <a:r>
              <a:rPr lang="en-IN" dirty="0"/>
              <a:t>GitHub — version control &amp; submission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3C2FF7-39F7-0B11-9F29-CA9DAD670B70}"/>
              </a:ext>
            </a:extLst>
          </p:cNvPr>
          <p:cNvPicPr>
            <a:picLocks noChangeAspect="1"/>
          </p:cNvPicPr>
          <p:nvPr/>
        </p:nvPicPr>
        <p:blipFill>
          <a:blip r:embed="rId3"/>
          <a:stretch>
            <a:fillRect/>
          </a:stretch>
        </p:blipFill>
        <p:spPr>
          <a:xfrm>
            <a:off x="3915951" y="558720"/>
            <a:ext cx="5085346" cy="5740560"/>
          </a:xfrm>
          <a:prstGeom prst="rect">
            <a:avLst/>
          </a:prstGeom>
        </p:spPr>
      </p:pic>
      <p:sp>
        <p:nvSpPr>
          <p:cNvPr id="6" name="TextBox 5">
            <a:extLst>
              <a:ext uri="{FF2B5EF4-FFF2-40B4-BE49-F238E27FC236}">
                <a16:creationId xmlns:a16="http://schemas.microsoft.com/office/drawing/2014/main" id="{C7E27468-E1BD-42D0-8EC9-9B291FA093CC}"/>
              </a:ext>
            </a:extLst>
          </p:cNvPr>
          <p:cNvSpPr txBox="1"/>
          <p:nvPr/>
        </p:nvSpPr>
        <p:spPr>
          <a:xfrm>
            <a:off x="572390" y="1275371"/>
            <a:ext cx="3343561" cy="2308324"/>
          </a:xfrm>
          <a:prstGeom prst="rect">
            <a:avLst/>
          </a:prstGeom>
          <a:noFill/>
        </p:spPr>
        <p:txBody>
          <a:bodyPr wrap="square" rtlCol="0">
            <a:spAutoFit/>
          </a:bodyPr>
          <a:lstStyle/>
          <a:p>
            <a:r>
              <a:rPr lang="en-IN" b="1" dirty="0"/>
              <a:t>1) Data Understanding: output</a:t>
            </a:r>
            <a:r>
              <a:rPr lang="en-IN" dirty="0"/>
              <a:t> — shows all 28 columns, their data types, and non-null counts.</a:t>
            </a:r>
            <a:br>
              <a:rPr lang="en-IN" dirty="0"/>
            </a:br>
            <a:r>
              <a:rPr lang="en-IN" dirty="0"/>
              <a:t>"Dataset has 4,000 rows and 28 columns; a few columns had missing data before cleaning."</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82900" y="298431"/>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EBFABB7-896C-71AE-672D-6C8E395D8E28}"/>
              </a:ext>
            </a:extLst>
          </p:cNvPr>
          <p:cNvPicPr>
            <a:picLocks noChangeAspect="1"/>
          </p:cNvPicPr>
          <p:nvPr/>
        </p:nvPicPr>
        <p:blipFill>
          <a:blip r:embed="rId3"/>
          <a:stretch>
            <a:fillRect/>
          </a:stretch>
        </p:blipFill>
        <p:spPr>
          <a:xfrm>
            <a:off x="1087965" y="2389909"/>
            <a:ext cx="8284635" cy="4169660"/>
          </a:xfrm>
          <a:prstGeom prst="rect">
            <a:avLst/>
          </a:prstGeom>
        </p:spPr>
      </p:pic>
      <p:sp>
        <p:nvSpPr>
          <p:cNvPr id="11" name="TextBox 10">
            <a:extLst>
              <a:ext uri="{FF2B5EF4-FFF2-40B4-BE49-F238E27FC236}">
                <a16:creationId xmlns:a16="http://schemas.microsoft.com/office/drawing/2014/main" id="{8CFFC2B4-30BA-49D2-AE48-2718C8587155}"/>
              </a:ext>
            </a:extLst>
          </p:cNvPr>
          <p:cNvSpPr txBox="1"/>
          <p:nvPr/>
        </p:nvSpPr>
        <p:spPr>
          <a:xfrm>
            <a:off x="498289" y="1326880"/>
            <a:ext cx="9463985" cy="646331"/>
          </a:xfrm>
          <a:prstGeom prst="rect">
            <a:avLst/>
          </a:prstGeom>
          <a:noFill/>
        </p:spPr>
        <p:txBody>
          <a:bodyPr wrap="square" rtlCol="0">
            <a:spAutoFit/>
          </a:bodyPr>
          <a:lstStyle/>
          <a:p>
            <a:r>
              <a:rPr lang="en-IN" dirty="0"/>
              <a:t>2) </a:t>
            </a:r>
            <a:r>
              <a:rPr lang="en-IN" b="1" dirty="0"/>
              <a:t>“Distribution of crops” </a:t>
            </a:r>
            <a:r>
              <a:rPr lang="en-IN" dirty="0"/>
              <a:t>bar chart shows which crops appear most often in the dataset with Rice, Wheat and Cotton being the most common ones grown.</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0CC8-5B3E-27A7-0DF0-C281D8BE19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85DCA3-2ADA-5251-4435-1EFA4F83029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F5AD3B5-3CFE-58ED-7021-6E1B7AC89C79}"/>
              </a:ext>
            </a:extLst>
          </p:cNvPr>
          <p:cNvSpPr>
            <a:spLocks noGrp="1"/>
          </p:cNvSpPr>
          <p:nvPr>
            <p:ph type="title"/>
          </p:nvPr>
        </p:nvSpPr>
        <p:spPr>
          <a:xfrm>
            <a:off x="675957" y="370589"/>
            <a:ext cx="10567007" cy="830997"/>
          </a:xfrm>
        </p:spPr>
        <p:txBody>
          <a:bodyPr>
            <a:normAutofit/>
          </a:bodyPr>
          <a:lstStyle/>
          <a:p>
            <a:r>
              <a:rPr lang="en-GB" dirty="0"/>
              <a:t>RESULTS –</a:t>
            </a:r>
            <a:r>
              <a:rPr lang="en-GB" sz="3600" dirty="0"/>
              <a:t>Season wise yield and Profit</a:t>
            </a:r>
            <a:endParaRPr lang="en-IN" dirty="0"/>
          </a:p>
        </p:txBody>
      </p:sp>
      <p:sp>
        <p:nvSpPr>
          <p:cNvPr id="7" name="Text Placeholder 30">
            <a:extLst>
              <a:ext uri="{FF2B5EF4-FFF2-40B4-BE49-F238E27FC236}">
                <a16:creationId xmlns:a16="http://schemas.microsoft.com/office/drawing/2014/main" id="{51263A7B-D1F2-E217-432F-6C1A62150B6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9C8CF5B-D9C3-76C3-F39D-7210A5789348}"/>
              </a:ext>
            </a:extLst>
          </p:cNvPr>
          <p:cNvPicPr>
            <a:picLocks noChangeAspect="1"/>
          </p:cNvPicPr>
          <p:nvPr/>
        </p:nvPicPr>
        <p:blipFill>
          <a:blip r:embed="rId3"/>
          <a:srcRect l="6527" r="22565"/>
          <a:stretch>
            <a:fillRect/>
          </a:stretch>
        </p:blipFill>
        <p:spPr>
          <a:xfrm>
            <a:off x="114743" y="2703566"/>
            <a:ext cx="4714328" cy="4154434"/>
          </a:xfrm>
          <a:prstGeom prst="rect">
            <a:avLst/>
          </a:prstGeom>
        </p:spPr>
      </p:pic>
      <p:sp>
        <p:nvSpPr>
          <p:cNvPr id="9" name="TextBox 8">
            <a:extLst>
              <a:ext uri="{FF2B5EF4-FFF2-40B4-BE49-F238E27FC236}">
                <a16:creationId xmlns:a16="http://schemas.microsoft.com/office/drawing/2014/main" id="{E8116412-1FDD-37EB-70B8-3775C64E366E}"/>
              </a:ext>
            </a:extLst>
          </p:cNvPr>
          <p:cNvSpPr txBox="1"/>
          <p:nvPr/>
        </p:nvSpPr>
        <p:spPr>
          <a:xfrm>
            <a:off x="393001" y="1476497"/>
            <a:ext cx="4511116" cy="1477328"/>
          </a:xfrm>
          <a:prstGeom prst="rect">
            <a:avLst/>
          </a:prstGeom>
          <a:noFill/>
        </p:spPr>
        <p:txBody>
          <a:bodyPr wrap="square" rtlCol="0">
            <a:spAutoFit/>
          </a:bodyPr>
          <a:lstStyle/>
          <a:p>
            <a:r>
              <a:rPr lang="en-IN" dirty="0"/>
              <a:t>3) “</a:t>
            </a:r>
            <a:r>
              <a:rPr lang="en-IN" b="1" dirty="0"/>
              <a:t>Average Yield by Season” bar chart</a:t>
            </a:r>
            <a:br>
              <a:rPr lang="en-IN" dirty="0"/>
            </a:br>
            <a:r>
              <a:rPr lang="en-IN" dirty="0"/>
              <a:t>shows which season produces more crop yield where Kharif has the highest average yield, followed by Rabi, then Zaid.</a:t>
            </a:r>
          </a:p>
        </p:txBody>
      </p:sp>
      <p:pic>
        <p:nvPicPr>
          <p:cNvPr id="15" name="Picture 14">
            <a:extLst>
              <a:ext uri="{FF2B5EF4-FFF2-40B4-BE49-F238E27FC236}">
                <a16:creationId xmlns:a16="http://schemas.microsoft.com/office/drawing/2014/main" id="{9073ADFA-EC5B-334E-DCFA-0A5BE3A21028}"/>
              </a:ext>
            </a:extLst>
          </p:cNvPr>
          <p:cNvPicPr>
            <a:picLocks noChangeAspect="1"/>
          </p:cNvPicPr>
          <p:nvPr/>
        </p:nvPicPr>
        <p:blipFill>
          <a:blip r:embed="rId4"/>
          <a:srcRect l="4008" r="16184"/>
          <a:stretch>
            <a:fillRect/>
          </a:stretch>
        </p:blipFill>
        <p:spPr>
          <a:xfrm>
            <a:off x="5288686" y="2800086"/>
            <a:ext cx="5022276" cy="3864874"/>
          </a:xfrm>
          <a:prstGeom prst="rect">
            <a:avLst/>
          </a:prstGeom>
        </p:spPr>
      </p:pic>
      <p:sp>
        <p:nvSpPr>
          <p:cNvPr id="19" name="TextBox 18">
            <a:extLst>
              <a:ext uri="{FF2B5EF4-FFF2-40B4-BE49-F238E27FC236}">
                <a16:creationId xmlns:a16="http://schemas.microsoft.com/office/drawing/2014/main" id="{4DB61C56-F9CF-2448-4F31-FA2418E0A6A5}"/>
              </a:ext>
            </a:extLst>
          </p:cNvPr>
          <p:cNvSpPr txBox="1"/>
          <p:nvPr/>
        </p:nvSpPr>
        <p:spPr>
          <a:xfrm>
            <a:off x="5506789" y="1476497"/>
            <a:ext cx="4455281" cy="1200329"/>
          </a:xfrm>
          <a:prstGeom prst="rect">
            <a:avLst/>
          </a:prstGeom>
          <a:noFill/>
        </p:spPr>
        <p:txBody>
          <a:bodyPr wrap="square" rtlCol="0">
            <a:spAutoFit/>
          </a:bodyPr>
          <a:lstStyle/>
          <a:p>
            <a:r>
              <a:rPr lang="en-IN" dirty="0"/>
              <a:t>4)</a:t>
            </a:r>
            <a:r>
              <a:rPr lang="en-IN" b="1" dirty="0"/>
              <a:t>"Profit Distribution by Season" boxplot</a:t>
            </a:r>
            <a:br>
              <a:rPr lang="en-IN" dirty="0"/>
            </a:br>
            <a:r>
              <a:rPr lang="en-IN" dirty="0"/>
              <a:t>shows which season makes more profit, and how consistent that profit is.</a:t>
            </a:r>
          </a:p>
        </p:txBody>
      </p:sp>
      <p:cxnSp>
        <p:nvCxnSpPr>
          <p:cNvPr id="6" name="Straight Connector 5">
            <a:extLst>
              <a:ext uri="{FF2B5EF4-FFF2-40B4-BE49-F238E27FC236}">
                <a16:creationId xmlns:a16="http://schemas.microsoft.com/office/drawing/2014/main" id="{11749968-3D75-3B49-0AF5-3CB59F09CB76}"/>
              </a:ext>
            </a:extLst>
          </p:cNvPr>
          <p:cNvCxnSpPr/>
          <p:nvPr/>
        </p:nvCxnSpPr>
        <p:spPr>
          <a:xfrm>
            <a:off x="5288686" y="1371600"/>
            <a:ext cx="0" cy="541366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80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A03F-495E-1976-6240-4FD66893C8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5A07949-ED76-8E65-935E-5AF50DC55DD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63956C2-FB70-F741-063C-0C95992C036F}"/>
              </a:ext>
            </a:extLst>
          </p:cNvPr>
          <p:cNvSpPr>
            <a:spLocks noGrp="1"/>
          </p:cNvSpPr>
          <p:nvPr>
            <p:ph type="title"/>
          </p:nvPr>
        </p:nvSpPr>
        <p:spPr>
          <a:xfrm>
            <a:off x="675957" y="370589"/>
            <a:ext cx="10151370" cy="830997"/>
          </a:xfrm>
        </p:spPr>
        <p:txBody>
          <a:bodyPr>
            <a:normAutofit/>
          </a:bodyPr>
          <a:lstStyle/>
          <a:p>
            <a:r>
              <a:rPr lang="en-GB" dirty="0"/>
              <a:t>RESULTS -</a:t>
            </a:r>
            <a:r>
              <a:rPr lang="en-IN" sz="3600" dirty="0"/>
              <a:t>Water Usage &amp; Correlation</a:t>
            </a:r>
            <a:endParaRPr lang="en-IN" dirty="0"/>
          </a:p>
        </p:txBody>
      </p:sp>
      <p:sp>
        <p:nvSpPr>
          <p:cNvPr id="7" name="Text Placeholder 30">
            <a:extLst>
              <a:ext uri="{FF2B5EF4-FFF2-40B4-BE49-F238E27FC236}">
                <a16:creationId xmlns:a16="http://schemas.microsoft.com/office/drawing/2014/main" id="{E7E6D457-CB5D-BD25-D865-D02BBD09192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5C567FF-90FB-A725-D736-35A1EEC9CAB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5DA6A8D-B338-2294-B5A4-536438150578}"/>
              </a:ext>
            </a:extLst>
          </p:cNvPr>
          <p:cNvPicPr>
            <a:picLocks noChangeAspect="1"/>
          </p:cNvPicPr>
          <p:nvPr/>
        </p:nvPicPr>
        <p:blipFill>
          <a:blip r:embed="rId3"/>
          <a:srcRect r="21823"/>
          <a:stretch>
            <a:fillRect/>
          </a:stretch>
        </p:blipFill>
        <p:spPr>
          <a:xfrm>
            <a:off x="151700" y="2603467"/>
            <a:ext cx="5334764" cy="4254533"/>
          </a:xfrm>
          <a:prstGeom prst="rect">
            <a:avLst/>
          </a:prstGeom>
        </p:spPr>
      </p:pic>
      <p:pic>
        <p:nvPicPr>
          <p:cNvPr id="14" name="Picture 13">
            <a:extLst>
              <a:ext uri="{FF2B5EF4-FFF2-40B4-BE49-F238E27FC236}">
                <a16:creationId xmlns:a16="http://schemas.microsoft.com/office/drawing/2014/main" id="{EB6B4A62-976C-2DCE-8FFC-464DCF189587}"/>
              </a:ext>
            </a:extLst>
          </p:cNvPr>
          <p:cNvPicPr>
            <a:picLocks noChangeAspect="1"/>
          </p:cNvPicPr>
          <p:nvPr/>
        </p:nvPicPr>
        <p:blipFill>
          <a:blip r:embed="rId4"/>
          <a:stretch>
            <a:fillRect/>
          </a:stretch>
        </p:blipFill>
        <p:spPr>
          <a:xfrm>
            <a:off x="5486464" y="2737764"/>
            <a:ext cx="4639267" cy="4120236"/>
          </a:xfrm>
          <a:prstGeom prst="rect">
            <a:avLst/>
          </a:prstGeom>
        </p:spPr>
      </p:pic>
      <p:sp>
        <p:nvSpPr>
          <p:cNvPr id="15" name="TextBox 14">
            <a:extLst>
              <a:ext uri="{FF2B5EF4-FFF2-40B4-BE49-F238E27FC236}">
                <a16:creationId xmlns:a16="http://schemas.microsoft.com/office/drawing/2014/main" id="{5A03E6D9-C251-BF1E-1AE6-4BDEAAC721E0}"/>
              </a:ext>
            </a:extLst>
          </p:cNvPr>
          <p:cNvSpPr txBox="1"/>
          <p:nvPr/>
        </p:nvSpPr>
        <p:spPr>
          <a:xfrm>
            <a:off x="320982" y="1126139"/>
            <a:ext cx="4496549" cy="1477328"/>
          </a:xfrm>
          <a:prstGeom prst="rect">
            <a:avLst/>
          </a:prstGeom>
          <a:noFill/>
        </p:spPr>
        <p:txBody>
          <a:bodyPr wrap="square" rtlCol="0">
            <a:spAutoFit/>
          </a:bodyPr>
          <a:lstStyle/>
          <a:p>
            <a:r>
              <a:rPr lang="en-IN" dirty="0"/>
              <a:t>5).</a:t>
            </a:r>
            <a:r>
              <a:rPr lang="en-IN" b="1" dirty="0"/>
              <a:t>"Average Water Efficiency by Season" bar chart</a:t>
            </a:r>
          </a:p>
          <a:p>
            <a:r>
              <a:rPr lang="en-IN" dirty="0"/>
              <a:t>shows which season uses water most efficiently where Kharif is most efficient while Zaid is the least efficient.</a:t>
            </a:r>
          </a:p>
        </p:txBody>
      </p:sp>
      <p:sp>
        <p:nvSpPr>
          <p:cNvPr id="20" name="TextBox 19">
            <a:extLst>
              <a:ext uri="{FF2B5EF4-FFF2-40B4-BE49-F238E27FC236}">
                <a16:creationId xmlns:a16="http://schemas.microsoft.com/office/drawing/2014/main" id="{77762FCF-753C-479D-045D-55C08DCEF79B}"/>
              </a:ext>
            </a:extLst>
          </p:cNvPr>
          <p:cNvSpPr txBox="1"/>
          <p:nvPr/>
        </p:nvSpPr>
        <p:spPr>
          <a:xfrm>
            <a:off x="5626933" y="1317345"/>
            <a:ext cx="5164828" cy="1200329"/>
          </a:xfrm>
          <a:prstGeom prst="rect">
            <a:avLst/>
          </a:prstGeom>
          <a:noFill/>
        </p:spPr>
        <p:txBody>
          <a:bodyPr wrap="square" rtlCol="0">
            <a:spAutoFit/>
          </a:bodyPr>
          <a:lstStyle/>
          <a:p>
            <a:r>
              <a:rPr lang="en-IN" b="1" dirty="0"/>
              <a:t>6)”Correlation heatmap”</a:t>
            </a:r>
            <a:br>
              <a:rPr lang="en-IN" dirty="0"/>
            </a:br>
            <a:r>
              <a:rPr lang="en-IN" dirty="0"/>
              <a:t>shows what factors actually affect yield and profit the most </a:t>
            </a:r>
            <a:r>
              <a:rPr lang="en-IN" dirty="0" err="1"/>
              <a:t>i.e.Water</a:t>
            </a:r>
            <a:r>
              <a:rPr lang="en-IN" dirty="0"/>
              <a:t> efficiency and production volume</a:t>
            </a:r>
          </a:p>
        </p:txBody>
      </p:sp>
      <p:cxnSp>
        <p:nvCxnSpPr>
          <p:cNvPr id="3" name="Straight Connector 2">
            <a:extLst>
              <a:ext uri="{FF2B5EF4-FFF2-40B4-BE49-F238E27FC236}">
                <a16:creationId xmlns:a16="http://schemas.microsoft.com/office/drawing/2014/main" id="{ED9F3A28-9A2B-562A-629D-D29BDE6D2B1F}"/>
              </a:ext>
            </a:extLst>
          </p:cNvPr>
          <p:cNvCxnSpPr/>
          <p:nvPr/>
        </p:nvCxnSpPr>
        <p:spPr>
          <a:xfrm>
            <a:off x="5403273" y="1201586"/>
            <a:ext cx="0" cy="558367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275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C370-BEBC-B118-64D0-BC7BFEB7F6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4EF91BF-1E4E-BBD6-B800-7ABC5967737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BA9B7DD-26A5-6D5F-8B13-9CB554955B5D}"/>
              </a:ext>
            </a:extLst>
          </p:cNvPr>
          <p:cNvSpPr>
            <a:spLocks noGrp="1"/>
          </p:cNvSpPr>
          <p:nvPr>
            <p:ph type="title"/>
          </p:nvPr>
        </p:nvSpPr>
        <p:spPr>
          <a:xfrm>
            <a:off x="675957" y="370589"/>
            <a:ext cx="10255279" cy="830997"/>
          </a:xfrm>
        </p:spPr>
        <p:txBody>
          <a:bodyPr>
            <a:normAutofit/>
          </a:bodyPr>
          <a:lstStyle/>
          <a:p>
            <a:r>
              <a:rPr lang="en-GB" dirty="0"/>
              <a:t>RESULTS-</a:t>
            </a:r>
            <a:r>
              <a:rPr lang="en-IN" sz="3600" dirty="0"/>
              <a:t>Crop Patterns &amp; Irrigation</a:t>
            </a:r>
            <a:r>
              <a:rPr lang="en-GB" sz="3600" dirty="0"/>
              <a:t> </a:t>
            </a:r>
            <a:endParaRPr lang="en-IN" dirty="0"/>
          </a:p>
        </p:txBody>
      </p:sp>
      <p:sp>
        <p:nvSpPr>
          <p:cNvPr id="7" name="Text Placeholder 30">
            <a:extLst>
              <a:ext uri="{FF2B5EF4-FFF2-40B4-BE49-F238E27FC236}">
                <a16:creationId xmlns:a16="http://schemas.microsoft.com/office/drawing/2014/main" id="{D5EE2217-E59E-C1F9-77E3-509D300062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F2CF036-AA5B-39A2-8E59-31C3E8B8A6F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4C4E766-A996-7935-0577-DB18B0C87818}"/>
              </a:ext>
            </a:extLst>
          </p:cNvPr>
          <p:cNvPicPr>
            <a:picLocks noChangeAspect="1"/>
          </p:cNvPicPr>
          <p:nvPr/>
        </p:nvPicPr>
        <p:blipFill>
          <a:blip r:embed="rId3"/>
          <a:stretch>
            <a:fillRect/>
          </a:stretch>
        </p:blipFill>
        <p:spPr>
          <a:xfrm>
            <a:off x="2295256" y="2556164"/>
            <a:ext cx="6460001" cy="3915756"/>
          </a:xfrm>
          <a:prstGeom prst="rect">
            <a:avLst/>
          </a:prstGeom>
        </p:spPr>
      </p:pic>
      <p:sp>
        <p:nvSpPr>
          <p:cNvPr id="12" name="TextBox 11">
            <a:extLst>
              <a:ext uri="{FF2B5EF4-FFF2-40B4-BE49-F238E27FC236}">
                <a16:creationId xmlns:a16="http://schemas.microsoft.com/office/drawing/2014/main" id="{01AC578F-70B9-62DA-88AF-EE3BCA57F148}"/>
              </a:ext>
            </a:extLst>
          </p:cNvPr>
          <p:cNvSpPr txBox="1"/>
          <p:nvPr/>
        </p:nvSpPr>
        <p:spPr>
          <a:xfrm>
            <a:off x="602972" y="1632834"/>
            <a:ext cx="8808346" cy="923330"/>
          </a:xfrm>
          <a:prstGeom prst="rect">
            <a:avLst/>
          </a:prstGeom>
          <a:noFill/>
        </p:spPr>
        <p:txBody>
          <a:bodyPr wrap="square" rtlCol="0">
            <a:spAutoFit/>
          </a:bodyPr>
          <a:lstStyle/>
          <a:p>
            <a:pPr algn="just"/>
            <a:r>
              <a:rPr lang="en-IN" dirty="0"/>
              <a:t>7)“</a:t>
            </a:r>
            <a:r>
              <a:rPr lang="en-IN" b="1" dirty="0"/>
              <a:t>Crop-Season heatmap”</a:t>
            </a:r>
            <a:r>
              <a:rPr lang="en-IN" dirty="0"/>
              <a:t>(crosstab of Crop vs Season)shows which crops are grown mostly in which season but Most crops are grown heavily in one particular season rather than spread evenly across all three.</a:t>
            </a:r>
          </a:p>
        </p:txBody>
      </p:sp>
    </p:spTree>
    <p:extLst>
      <p:ext uri="{BB962C8B-B14F-4D97-AF65-F5344CB8AC3E}">
        <p14:creationId xmlns:p14="http://schemas.microsoft.com/office/powerpoint/2010/main" val="111420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0B3F-EE3D-22F8-3BEE-601B68DC21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270921-ADB0-6442-5727-A2E1A4CA03E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F4E4C17-B032-E4FB-8D39-F8D3C494BAB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F52224-7FE0-22F6-29C6-490C72F022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FC48B70-6451-B258-7F96-295A90474BE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F33644F3-F1E8-A712-4427-99EB082947CC}"/>
              </a:ext>
            </a:extLst>
          </p:cNvPr>
          <p:cNvPicPr>
            <a:picLocks noChangeAspect="1"/>
          </p:cNvPicPr>
          <p:nvPr/>
        </p:nvPicPr>
        <p:blipFill>
          <a:blip r:embed="rId3"/>
          <a:stretch>
            <a:fillRect/>
          </a:stretch>
        </p:blipFill>
        <p:spPr>
          <a:xfrm>
            <a:off x="807164" y="2600352"/>
            <a:ext cx="7487621" cy="3887059"/>
          </a:xfrm>
          <a:prstGeom prst="rect">
            <a:avLst/>
          </a:prstGeom>
        </p:spPr>
      </p:pic>
      <p:sp>
        <p:nvSpPr>
          <p:cNvPr id="12" name="TextBox 11">
            <a:extLst>
              <a:ext uri="{FF2B5EF4-FFF2-40B4-BE49-F238E27FC236}">
                <a16:creationId xmlns:a16="http://schemas.microsoft.com/office/drawing/2014/main" id="{52E2D4C0-39C0-B601-DD02-77F55AD24137}"/>
              </a:ext>
            </a:extLst>
          </p:cNvPr>
          <p:cNvSpPr txBox="1"/>
          <p:nvPr/>
        </p:nvSpPr>
        <p:spPr>
          <a:xfrm>
            <a:off x="675957" y="1677022"/>
            <a:ext cx="9018145" cy="646331"/>
          </a:xfrm>
          <a:prstGeom prst="rect">
            <a:avLst/>
          </a:prstGeom>
          <a:noFill/>
        </p:spPr>
        <p:txBody>
          <a:bodyPr wrap="square" rtlCol="0">
            <a:spAutoFit/>
          </a:bodyPr>
          <a:lstStyle/>
          <a:p>
            <a:r>
              <a:rPr lang="en-IN" b="1" dirty="0"/>
              <a:t>8)"Yield by Irrigation Method, Season wise" bar chart</a:t>
            </a:r>
            <a:br>
              <a:rPr lang="en-IN" dirty="0"/>
            </a:br>
            <a:r>
              <a:rPr lang="en-IN" dirty="0"/>
              <a:t>shows which irrigation method gives better yield i.e. Drip irrigation</a:t>
            </a:r>
          </a:p>
        </p:txBody>
      </p:sp>
    </p:spTree>
    <p:extLst>
      <p:ext uri="{BB962C8B-B14F-4D97-AF65-F5344CB8AC3E}">
        <p14:creationId xmlns:p14="http://schemas.microsoft.com/office/powerpoint/2010/main" val="360158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D529F-601D-10F0-7DD2-34F3EE5329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C5751A-7872-396A-5A67-3FE74DF2F20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B09BB76-B5D1-FC6B-4905-96FEFBD03515}"/>
              </a:ext>
            </a:extLst>
          </p:cNvPr>
          <p:cNvSpPr>
            <a:spLocks noGrp="1"/>
          </p:cNvSpPr>
          <p:nvPr>
            <p:ph type="title"/>
          </p:nvPr>
        </p:nvSpPr>
        <p:spPr>
          <a:xfrm>
            <a:off x="675957" y="370589"/>
            <a:ext cx="9611043" cy="830997"/>
          </a:xfrm>
        </p:spPr>
        <p:txBody>
          <a:bodyPr>
            <a:normAutofit fontScale="90000"/>
          </a:bodyPr>
          <a:lstStyle/>
          <a:p>
            <a:r>
              <a:rPr lang="en-GB" dirty="0"/>
              <a:t>RESULTS -</a:t>
            </a:r>
            <a:r>
              <a:rPr lang="en-IN" dirty="0"/>
              <a:t>Deeper Findings as per me</a:t>
            </a:r>
          </a:p>
        </p:txBody>
      </p:sp>
      <p:sp>
        <p:nvSpPr>
          <p:cNvPr id="7" name="Text Placeholder 30">
            <a:extLst>
              <a:ext uri="{FF2B5EF4-FFF2-40B4-BE49-F238E27FC236}">
                <a16:creationId xmlns:a16="http://schemas.microsoft.com/office/drawing/2014/main" id="{A101D7A4-696D-1FCC-1DF5-A8298DE7F73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21298B8-0FF6-3563-93A8-5DD02B5EDAE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9A68BD50-91C4-DA5D-8EC9-A39A7FEA5960}"/>
              </a:ext>
            </a:extLst>
          </p:cNvPr>
          <p:cNvPicPr>
            <a:picLocks noChangeAspect="1"/>
          </p:cNvPicPr>
          <p:nvPr/>
        </p:nvPicPr>
        <p:blipFill>
          <a:blip r:embed="rId3"/>
          <a:stretch>
            <a:fillRect/>
          </a:stretch>
        </p:blipFill>
        <p:spPr>
          <a:xfrm>
            <a:off x="958345" y="2406122"/>
            <a:ext cx="8454596" cy="4451878"/>
          </a:xfrm>
          <a:prstGeom prst="rect">
            <a:avLst/>
          </a:prstGeom>
        </p:spPr>
      </p:pic>
      <p:sp>
        <p:nvSpPr>
          <p:cNvPr id="17" name="TextBox 16">
            <a:extLst>
              <a:ext uri="{FF2B5EF4-FFF2-40B4-BE49-F238E27FC236}">
                <a16:creationId xmlns:a16="http://schemas.microsoft.com/office/drawing/2014/main" id="{846EDFCA-FFA7-3D90-AD04-DE3F7DF6EAD5}"/>
              </a:ext>
            </a:extLst>
          </p:cNvPr>
          <p:cNvSpPr txBox="1"/>
          <p:nvPr/>
        </p:nvSpPr>
        <p:spPr>
          <a:xfrm>
            <a:off x="958345" y="1293473"/>
            <a:ext cx="8763879" cy="646331"/>
          </a:xfrm>
          <a:prstGeom prst="rect">
            <a:avLst/>
          </a:prstGeom>
          <a:noFill/>
        </p:spPr>
        <p:txBody>
          <a:bodyPr wrap="square" rtlCol="0">
            <a:spAutoFit/>
          </a:bodyPr>
          <a:lstStyle/>
          <a:p>
            <a:r>
              <a:rPr lang="en-IN" b="1" dirty="0"/>
              <a:t>9)”Disease/Pest Risk by Season” violin plot</a:t>
            </a:r>
            <a:br>
              <a:rPr lang="en-IN" dirty="0"/>
            </a:br>
            <a:r>
              <a:rPr lang="en-IN" dirty="0"/>
              <a:t>shows which season has higher risk of crop disease/pests</a:t>
            </a:r>
          </a:p>
        </p:txBody>
      </p:sp>
    </p:spTree>
    <p:extLst>
      <p:ext uri="{BB962C8B-B14F-4D97-AF65-F5344CB8AC3E}">
        <p14:creationId xmlns:p14="http://schemas.microsoft.com/office/powerpoint/2010/main" val="266905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E69B4DE-AA9F-0415-EF8E-6295EFB3993A}"/>
              </a:ext>
            </a:extLst>
          </p:cNvPr>
          <p:cNvPicPr>
            <a:picLocks noChangeAspect="1"/>
          </p:cNvPicPr>
          <p:nvPr/>
        </p:nvPicPr>
        <p:blipFill>
          <a:blip r:embed="rId3"/>
          <a:stretch>
            <a:fillRect/>
          </a:stretch>
        </p:blipFill>
        <p:spPr>
          <a:xfrm>
            <a:off x="1492561" y="2304657"/>
            <a:ext cx="6897564" cy="4609312"/>
          </a:xfrm>
          <a:prstGeom prst="rect">
            <a:avLst/>
          </a:prstGeom>
        </p:spPr>
      </p:pic>
      <p:sp>
        <p:nvSpPr>
          <p:cNvPr id="11" name="TextBox 10">
            <a:extLst>
              <a:ext uri="{FF2B5EF4-FFF2-40B4-BE49-F238E27FC236}">
                <a16:creationId xmlns:a16="http://schemas.microsoft.com/office/drawing/2014/main" id="{28B041EF-8A1F-04A9-F607-965DBCEE1022}"/>
              </a:ext>
            </a:extLst>
          </p:cNvPr>
          <p:cNvSpPr txBox="1"/>
          <p:nvPr/>
        </p:nvSpPr>
        <p:spPr>
          <a:xfrm>
            <a:off x="115233" y="1325358"/>
            <a:ext cx="9652221" cy="1200329"/>
          </a:xfrm>
          <a:prstGeom prst="rect">
            <a:avLst/>
          </a:prstGeom>
          <a:noFill/>
        </p:spPr>
        <p:txBody>
          <a:bodyPr wrap="square" rtlCol="0">
            <a:spAutoFit/>
          </a:bodyPr>
          <a:lstStyle/>
          <a:p>
            <a:pPr algn="just"/>
            <a:r>
              <a:rPr lang="en-IN" dirty="0"/>
              <a:t>10)</a:t>
            </a:r>
            <a:r>
              <a:rPr lang="en-IN" b="1" dirty="0"/>
              <a:t>"Average Total Cost by Season" bar chart</a:t>
            </a:r>
            <a:r>
              <a:rPr lang="en-IN" dirty="0"/>
              <a:t> (from your Student Analysis 3)</a:t>
            </a:r>
          </a:p>
          <a:p>
            <a:pPr algn="just"/>
            <a:r>
              <a:rPr lang="en-IN" dirty="0"/>
              <a:t>shows which season costs the most to farm in, and why Zaid ends up in loss</a:t>
            </a:r>
            <a:br>
              <a:rPr lang="en-IN" dirty="0"/>
            </a:br>
            <a:r>
              <a:rPr lang="en-IN" dirty="0"/>
              <a:t>Zaid has the highest farming cost of the three seasons — this, not a lower market price, is why it's the least profitable.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3507B84-F141-1769-BE55-4F31C2786CB5}"/>
              </a:ext>
            </a:extLst>
          </p:cNvPr>
          <p:cNvSpPr txBox="1"/>
          <p:nvPr/>
        </p:nvSpPr>
        <p:spPr>
          <a:xfrm>
            <a:off x="699033" y="1201586"/>
            <a:ext cx="7719898" cy="3046988"/>
          </a:xfrm>
          <a:prstGeom prst="rect">
            <a:avLst/>
          </a:prstGeom>
          <a:noFill/>
        </p:spPr>
        <p:txBody>
          <a:bodyPr wrap="square">
            <a:spAutoFit/>
          </a:bodyPr>
          <a:lstStyle/>
          <a:p>
            <a:pPr marL="342900" lvl="0" indent="-342900" algn="just">
              <a:buFont typeface="Arial" panose="020B0604020202020204" pitchFamily="34" charset="0"/>
              <a:buChar char="•"/>
            </a:pPr>
            <a:r>
              <a:rPr lang="en-IN" sz="2400" dirty="0"/>
              <a:t>Extend analysis with machine learning (yield/profit prediction models)</a:t>
            </a:r>
          </a:p>
          <a:p>
            <a:pPr marL="342900" lvl="0" indent="-342900" algn="just">
              <a:buFont typeface="Arial" panose="020B0604020202020204" pitchFamily="34" charset="0"/>
              <a:buChar char="•"/>
            </a:pPr>
            <a:r>
              <a:rPr lang="en-IN" sz="2400" dirty="0"/>
              <a:t>Incorporate real-time weather API data for live seasonal forecasting</a:t>
            </a:r>
          </a:p>
          <a:p>
            <a:pPr marL="342900" lvl="0" indent="-342900" algn="just">
              <a:buFont typeface="Arial" panose="020B0604020202020204" pitchFamily="34" charset="0"/>
              <a:buChar char="•"/>
            </a:pPr>
            <a:r>
              <a:rPr lang="en-IN" sz="2400" dirty="0"/>
              <a:t>Build an interactive dashboard (Power BI) for farmers</a:t>
            </a:r>
          </a:p>
          <a:p>
            <a:pPr marL="342900" lvl="0" indent="-342900" algn="just">
              <a:buFont typeface="Arial" panose="020B0604020202020204" pitchFamily="34" charset="0"/>
              <a:buChar char="•"/>
            </a:pPr>
            <a:r>
              <a:rPr lang="en-IN" sz="2400" dirty="0"/>
              <a:t>Expand dataset across more states/years for deeper regional trend analysis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DA41DD0-A092-62ED-CFB2-64B4C2EEBE74}"/>
              </a:ext>
            </a:extLst>
          </p:cNvPr>
          <p:cNvPicPr>
            <a:picLocks noChangeAspect="1"/>
          </p:cNvPicPr>
          <p:nvPr/>
        </p:nvPicPr>
        <p:blipFill>
          <a:blip r:embed="rId3"/>
          <a:stretch>
            <a:fillRect/>
          </a:stretch>
        </p:blipFill>
        <p:spPr>
          <a:xfrm>
            <a:off x="1611630" y="1320802"/>
            <a:ext cx="7241425" cy="553719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49305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1456</TotalTime>
  <Words>712</Words>
  <Application>Microsoft Office PowerPoint</Application>
  <PresentationFormat>Widescreen</PresentationFormat>
  <Paragraphs>50</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–Season wise yield and Profit</vt:lpstr>
      <vt:lpstr>RESULTS -Water Usage &amp; Correlation</vt:lpstr>
      <vt:lpstr>RESULTS-Crop Patterns &amp; Irrigation </vt:lpstr>
      <vt:lpstr>RESULTS </vt:lpstr>
      <vt:lpstr>RESULTS -Deeper Findings as per me</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Prerna Pande</cp:lastModifiedBy>
  <cp:revision>98</cp:revision>
  <dcterms:created xsi:type="dcterms:W3CDTF">2021-07-11T13:13:15Z</dcterms:created>
  <dcterms:modified xsi:type="dcterms:W3CDTF">2026-09-13T12:53:35Z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